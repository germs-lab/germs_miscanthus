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02575C-2EBD-412A-9FE1-1A02C7AA2C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9B989A-04D1-45EC-9E44-4AFF30B8F62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3382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&gt;1700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16S ASVs: a substantial number that persists across different sites and years in </a:t>
            </a: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Miscanthus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spp</a:t>
            </a: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Temporal vs Spatial Effects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LAMPS: 2018 vs LAMPS 2022 intersection shows temporal stability.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Energy Farm vs LAMPS comparisons show spatial variation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4114800" y="228600"/>
            <a:ext cx="5843520" cy="526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2026-01-14T16:01:31Z</dcterms:created>
  <dc:creator>Bolívar Aponte Rolón</dc:creator>
  <dc:description/>
  <dc:language>en-US</dc:language>
  <cp:lastModifiedBy>Bolívar Aponte Rolón</cp:lastModifiedBy>
  <dcterms:modified xsi:type="dcterms:W3CDTF">2026-01-14T16:18:02Z</dcterms:modified>
  <cp:revision>4</cp:revision>
  <dc:subject/>
  <dc:title/>
</cp:coreProperties>
</file>